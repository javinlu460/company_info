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企业官网内容管理系统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前后端分离 · 可配置化 · RBAC 权限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一套通用型企业官网后台 CMS，支持网站信息、产品、新闻、案例、FAQ、轮播图、留言等全站内容在线配置，零代码即可维护官网。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系统定位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面向企业官网的完整数字化管理平台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02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566160" cy="32004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3152" cy="320040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前台展示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为访客提供企业介绍、产品服务、案例、新闻、FAQ、联系表单等完整官网浏览体验。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3566160" cy="32004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73152" cy="320040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后台配置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为运营人员提供内容发布、栏目管理、网站配置、留言处理等一站式管理能力。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743200"/>
            <a:ext cx="3566160" cy="320040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743200"/>
            <a:ext cx="73152" cy="320040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权限管控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基于 RBAC 模型的用户-角色-菜单权限控制，支持多角色协同与按钮级权限。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F20"/>
                </a:solidFill>
                <a:latin typeface="Microsoft YaHei"/>
              </a:defRPr>
            </a:pPr>
            <a:r>
              <a:t>后台可配置模块总览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F20"/>
                </a:solidFill>
                <a:latin typeface="Microsoft YaHei"/>
              </a:defRPr>
            </a:pPr>
            <a:r>
              <a:t>所有前台展示内容均可通过后台在线管理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D70"/>
                </a:solidFill>
                <a:latin typeface="Microsoft YaHei"/>
              </a:defRPr>
            </a:pPr>
            <a:r>
              <a:t>03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网站配置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公司信息、Logo、联系方式、备案号、富文本介绍等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2860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轮播图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首页 Banner、标题、链接、排序、上下架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产品管理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产品分类、产品信息、封面图、详情、推荐、排序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2860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2860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行业洞察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文章分类、新闻/资讯内容、摘要、封面、状态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14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51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方案标题、摘要、标签、详情、排序、状态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114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41148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251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客户案例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案例标题、客户、行业、封面、描述、详情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114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1148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251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常见问题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问题、答案、分类、排序、显示/隐藏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11480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4114800"/>
            <a:ext cx="73152" cy="155448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4251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留言管理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800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访客留言、已读状态、回复内容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F20"/>
                </a:solidFill>
                <a:latin typeface="Microsoft YaHei"/>
              </a:defRPr>
            </a:pPr>
            <a:r>
              <a:t>网站配置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F20"/>
                </a:solidFill>
                <a:latin typeface="Microsoft YaHei"/>
              </a:defRPr>
            </a:pPr>
            <a:r>
              <a:t>统一维护企业品牌信息与联系资料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D70"/>
                </a:solidFill>
                <a:latin typeface="Microsoft YaHei"/>
              </a:defRPr>
            </a:pPr>
            <a:r>
              <a:t>04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73152" cy="118872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企业名称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公司名称、品牌简称，展示在网站头部与底部。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73152" cy="118872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企业 Logo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80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上传网站 Logo，支持图片格式，自动应用到前台。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73152" cy="118872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033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联系方式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电话、邮箱、地址、传真、微信号、工作时间、到厂路线。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661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73152" cy="118872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备案信息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ICP 备案号等底部法律信息配置。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73152" cy="118872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74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公司介绍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公司简介、业务与贸易范围、荣誉资质等富文本内容。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93776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937760"/>
            <a:ext cx="73152" cy="118872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F20"/>
                </a:solidFill>
                <a:latin typeface="Microsoft YaHei"/>
              </a:defRPr>
            </a:pPr>
            <a:r>
              <a:t>SEO 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623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6D70"/>
                </a:solidFill>
                <a:latin typeface="Microsoft YaHei"/>
              </a:defRPr>
            </a:pPr>
            <a:r>
              <a:t>网站标题、描述等基础搜索引擎优化配置。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内容管理：产品与资讯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结构化维护产品与行业内容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产品管理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支持产品分类增删改查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产品名称、封面图、简介、详情、图集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上下架状态控制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推荐位设置与排序号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浏览量统计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行业洞察 / 新闻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支持文章分类管理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文章标题、摘要、封面图、富文本内容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发布 / 草稿状态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43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置顶、排序、作者、浏览量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✓  前台列表与详情展示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F20"/>
                </a:solidFill>
                <a:latin typeface="Microsoft YaHei"/>
              </a:defRPr>
            </a:pPr>
            <a:r>
              <a:t>内容管理：方案 / 案例 /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F20"/>
                </a:solidFill>
                <a:latin typeface="Microsoft YaHei"/>
              </a:defRPr>
            </a:pPr>
            <a:r>
              <a:t>灵活配置业务展示与客户转化内容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D70"/>
                </a:solidFill>
                <a:latin typeface="Microsoft YaHei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1F20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方案标题、摘要、封面图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标签 / 卖点配置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详情富文本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排序与上下架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1F20"/>
                </a:solidFill>
                <a:latin typeface="Microsoft YaHei"/>
              </a:defRPr>
            </a:pPr>
            <a:r>
              <a:t>客户案例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案例标题、客户名称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所属行业、封面图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案例描述与详情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排序与展示控制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1F20"/>
                </a:solidFill>
                <a:latin typeface="Microsoft YaHei"/>
              </a:defRPr>
            </a:pPr>
            <a:r>
              <a:t>常见问题 FAQ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问题与答案编辑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分类管理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排序与显示/隐藏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6D70"/>
                </a:solidFill>
                <a:latin typeface="Microsoft YaHei"/>
              </a:defRPr>
            </a:pPr>
            <a:r>
              <a:t>✓  前台搜索与筛选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用户与权限管理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完整的 RBAC 权限体系，保障后台安全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用户与角色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管理员账号管理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角色创建与分配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账号状态启用/禁用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多角色协同支持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菜单与权限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菜单目录与页面配置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按钮级权限控制（增删改查）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31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角色-菜单灵活授权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权限实时生效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029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DDDD"/>
                </a:solidFill>
                <a:latin typeface="Microsoft YaHei"/>
              </a:defRPr>
            </a:pPr>
            <a:r>
              <a:t>✓  操作审计留痕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F20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1F20"/>
                </a:solidFill>
                <a:latin typeface="Microsoft YaHei"/>
              </a:defRPr>
            </a:pPr>
            <a:r>
              <a:t>成熟稳定的前后端分离架构，三端独立部署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D70"/>
                </a:solidFill>
                <a:latin typeface="Microsoft YaHei"/>
              </a:defRPr>
            </a:pPr>
            <a:r>
              <a:t>08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37744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Vite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37744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Vue 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Spring Boot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4747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MyBatis-Plus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MySQL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474720"/>
            <a:ext cx="2468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3703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1F20"/>
                </a:solidFill>
                <a:latin typeface="Microsoft YaHei"/>
              </a:defRPr>
            </a:pPr>
            <a:r>
              <a:t>RBAC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10698480" cy="1097280"/>
          </a:xfrm>
          <a:prstGeom prst="round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2B2B"/>
                </a:solidFill>
                <a:latin typeface="Microsoft YaHei"/>
              </a:defRPr>
            </a:pPr>
            <a:r>
              <a:t>三端分离：company-web（前台官网）+ company-cms（后台管理）+ company-admin（REST API）</a:t>
            </a:r>
            <a:br/>
            <a:r>
              <a:t>独立构建、独立部署、易于扩展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系统优势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09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661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92024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开箱即用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提供完整数据库脚本与初始化数据，部署后即可使用。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5661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73152" cy="192024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零代码配置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网站信息、栏目、内容全部后台可视化配置，无需改代码。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5661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828800"/>
            <a:ext cx="73152" cy="192024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965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权限可控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5146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RBAC 多角色权限，保障后台操作安全。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5661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73152" cy="192024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模块丰富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覆盖企业官网常见内容类型，满足大部分展示需求。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023360"/>
            <a:ext cx="35661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023360"/>
            <a:ext cx="73152" cy="192024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响应式前台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709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适配桌面与移动端，保证多端访问体验。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023360"/>
            <a:ext cx="3566160" cy="192024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4023360"/>
            <a:ext cx="73152" cy="1920240"/>
          </a:xfrm>
          <a:prstGeom prst="rect">
            <a:avLst/>
          </a:prstGeom>
          <a:solidFill>
            <a:srgbClr val="B2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易于扩展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709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模块化设计，可快速新增内容类型与页面。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22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企业官网内容管理系统 · 让官网运营更简单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基于 Vue 3 + Spring Boot 的通用型企业官网 CMS，适用于制造、科技、服务等多种行业。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t>可配模块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7+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t>内容类型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t>独立端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6576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DDD"/>
                </a:solidFill>
                <a:latin typeface="Microsoft YaHei"/>
              </a:defRPr>
            </a:pPr>
            <a:r>
              <a:t>完整 RBAC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